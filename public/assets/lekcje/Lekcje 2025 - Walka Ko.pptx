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260e8a63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260e8a6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39fb5bb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539fb5bb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49ab332c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49ab332c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39fb5bbe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39fb5bbe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39fb5bbe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39fb5bbe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4c105f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24c105f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youtu.be/3OEVtnhZBUE" TargetMode="External"/><Relationship Id="rId5" Type="http://schemas.openxmlformats.org/officeDocument/2006/relationships/hyperlink" Target="https://youtu.be/ZdDaT2JDN-0" TargetMode="External"/><Relationship Id="rId6" Type="http://schemas.openxmlformats.org/officeDocument/2006/relationships/hyperlink" Target="https://senseis.xmp.net/?KoPagesBeginner" TargetMode="External"/><Relationship Id="rId7" Type="http://schemas.openxmlformats.org/officeDocument/2006/relationships/hyperlink" Target="https://senseis.xmp.net/?KoPagesIntermediat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56600" y="1556850"/>
            <a:ext cx="58308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6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WALKA KO</a:t>
            </a:r>
            <a:br>
              <a:rPr b="1" lang="pl" sz="60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pl" sz="3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Reguła wieczności</a:t>
            </a:r>
            <a:endParaRPr b="1" sz="34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51250" y="132300"/>
            <a:ext cx="44415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Lubelski Klub Go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68750" y="3467250"/>
            <a:ext cx="79041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Dalsza lektura: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Magic 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Ko-Fight and Ko-Threats</a:t>
            </a:r>
            <a:endParaRPr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Go Magic 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Power of Ko and How to Control It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Sensei’s Library </a:t>
            </a:r>
            <a:r>
              <a:rPr lang="pl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Ko For Beginners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Sensei’s Library </a:t>
            </a:r>
            <a:r>
              <a:rPr lang="pl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pl" u="sng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Ko Intermediate</a:t>
            </a:r>
            <a:endParaRPr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Na czym polega 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reguła</a:t>
            </a: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ko?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28450" y="1120325"/>
            <a:ext cx="4627800" cy="3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Reguła ko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(zwana także regułą wieczności) nie pozwala na nieskończone zbijanie pojedynczego kamienia.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1 czarny właśnie zbił 1 kamień białego, który znajdował się w punkcie oznaczonym jako ‘A’. Zgodnie z regułą ko biały nie może natychmiast zbić tego kamienia stawiając swój w punkcie ‘A’. Takie bezpośrednie zbijanie prowadziłoby “zablokowania się” gry.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Reguła ko wymusza na białym zagranie w innej części planszy. To jednak daje czarnemu szansę na zamknięcie ko poprzez połączenie w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punkcie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‘A’ (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2).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Dlatego jeśli białemu zależy na zbiciu czarnego kamienia w ‘B’ (diagram 3), to musi on skutecznie odciągnąć uwagę czarnego od ko i wymusić zagranie w innej części planszy. Tylko jak to zrobić?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4854750" y="1120320"/>
            <a:ext cx="2002900" cy="1956975"/>
            <a:chOff x="6871925" y="1107475"/>
            <a:chExt cx="2002900" cy="1956975"/>
          </a:xfrm>
        </p:grpSpPr>
        <p:pic>
          <p:nvPicPr>
            <p:cNvPr id="70" name="Google Shape;70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71925" y="1107475"/>
              <a:ext cx="1997575" cy="1681058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1" name="Google Shape;71;p14"/>
            <p:cNvSpPr txBox="1"/>
            <p:nvPr/>
          </p:nvSpPr>
          <p:spPr>
            <a:xfrm>
              <a:off x="6877125" y="2821750"/>
              <a:ext cx="19977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chemeClr val="lt2"/>
                  </a:solidFill>
                  <a:latin typeface="Nunito"/>
                  <a:ea typeface="Nunito"/>
                  <a:cs typeface="Nunito"/>
                  <a:sym typeface="Nunito"/>
                </a:rPr>
                <a:t>Diagram 1</a:t>
              </a:r>
              <a:endParaRPr b="1" sz="1600">
                <a:solidFill>
                  <a:schemeClr val="dk2"/>
                </a:solidFill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857338" y="3117002"/>
            <a:ext cx="1997700" cy="1994175"/>
            <a:chOff x="6871863" y="3115100"/>
            <a:chExt cx="1997700" cy="1994175"/>
          </a:xfrm>
        </p:grpSpPr>
        <p:pic>
          <p:nvPicPr>
            <p:cNvPr id="73" name="Google Shape;73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71925" y="3115100"/>
              <a:ext cx="1997575" cy="1700825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4" name="Google Shape;74;p14"/>
            <p:cNvSpPr txBox="1"/>
            <p:nvPr/>
          </p:nvSpPr>
          <p:spPr>
            <a:xfrm>
              <a:off x="6871863" y="4866575"/>
              <a:ext cx="19977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chemeClr val="lt2"/>
                  </a:solidFill>
                  <a:latin typeface="Nunito"/>
                  <a:ea typeface="Nunito"/>
                  <a:cs typeface="Nunito"/>
                  <a:sym typeface="Nunito"/>
                </a:rPr>
                <a:t>Diagram 3</a:t>
              </a:r>
              <a:endParaRPr b="1" sz="1600">
                <a:solidFill>
                  <a:schemeClr val="dk2"/>
                </a:solidFill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6956150" y="1120325"/>
            <a:ext cx="2091155" cy="2003470"/>
            <a:chOff x="6956150" y="1120325"/>
            <a:chExt cx="2091155" cy="2003470"/>
          </a:xfrm>
        </p:grpSpPr>
        <p:pic>
          <p:nvPicPr>
            <p:cNvPr id="76" name="Google Shape;76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00455" y="1120325"/>
              <a:ext cx="2046850" cy="1667252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7" name="Google Shape;77;p14"/>
            <p:cNvSpPr txBox="1"/>
            <p:nvPr/>
          </p:nvSpPr>
          <p:spPr>
            <a:xfrm>
              <a:off x="6956150" y="2881095"/>
              <a:ext cx="19977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000" lIns="18000" spcFirstLastPara="1" rIns="18000" wrap="square" tIns="18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l" sz="1200">
                  <a:solidFill>
                    <a:schemeClr val="lt2"/>
                  </a:solidFill>
                  <a:latin typeface="Nunito"/>
                  <a:ea typeface="Nunito"/>
                  <a:cs typeface="Nunito"/>
                  <a:sym typeface="Nunito"/>
                </a:rPr>
                <a:t>Diagram 2</a:t>
              </a:r>
              <a:endParaRPr b="1" sz="16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Groźba ko - odciągamy uwagę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128450" y="1120325"/>
            <a:ext cx="4627800" cy="3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1 czarny właśnie zbił kamień białego, który znajdował się w punkcie oznaczonym jako ‘A’. </a:t>
            </a:r>
            <a:b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 jaki sposób biały może próbować odciągnąć uwagę czarnego od punktu ‘A’ i przekonać go, aby tam nie grał?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Namówienie przeciwnika na granie innych ruchów, niż ten, który sobie zaplanował i uważa za dobry dla niego, nie jest łatwe i wymaga użycia silnych argumentów. W Go nazywamy to wręcz groźbami.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Biały musi zagrozić czymś czarnemu i wymusić odpowiedź na tę groźbę. Widzimy, że biały ma możliwość zajęcia punktu ‘B’ i zagrożenie samotnemu czarnemu kamieniowi zbiciem. Jest to przykład groźby w walce ko. Czarny musi zdecydować czy bardziej mu się opłaca ratować samotny kamień, dostawiając do niego kolejny, czy jednak postąpić zgodnie z pierwotnym planem i połączyć swoje kamienie w ‘A’.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2827" y="1120325"/>
            <a:ext cx="3629135" cy="36242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5"/>
          <p:cNvSpPr txBox="1"/>
          <p:nvPr/>
        </p:nvSpPr>
        <p:spPr>
          <a:xfrm>
            <a:off x="6158550" y="4826145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1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Gdzie szukać gróźb?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128450" y="1120325"/>
            <a:ext cx="88125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Samo pojęcie “groźby” sugeruje, iż jest to ruch czymś grożący. Szukając gróźb powinniśmy szukać na planszy 3 typów gróźb: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Grożenie zbiciem kamieni przeciwnika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. Szukając ruchu, który może zbić kamienie przeciwnika pamiętajmy, że nie tylko atari grozi zbiciem kamieni. Jeśli przeciwnik zignoruje nasz ruch, zyskujemy możliwość zagrania kolejnego i tak kontynuacja może okazać się zabójcza. Dlatego szukając sposobu i miejsca na zbicie jakichś kamieni zakładajmy, że możemy to zrobić w 2 ruchach ,a nie w jednym.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Grożenie skutecznym przecięciem (rozdzieleniem) grupy kamieni przeciwnika.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Grupa kamieni, która jest podzielona na mniejsze formacje, staje się słabsza (ma mniej oddechów, przeważniej mniej ocznego kształtu i otaczanego terenu - miejsca na oczy) i przez to bardziej podatna na dotkliwy atak. Pamiętaj, że doprowadzenie do sytuacji, w której przeciwnik ma kilka słabych grup moze być nawet bardziej korzystne niż zbicie kilku nieistotnych kamieni.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AutoNum type="arabicPeriod"/>
            </a:pPr>
            <a:r>
              <a:rPr lang="pl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Grożenie zajęciem dużego obszaru planszy.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Jeśli przeciwnik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ignoruje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nasze groźby to dysponujemy dwoma, a czasem nawet trzema ruchami zagranymi pod rząd.  Te dwa czy tym bardziej trzy kamienie są w stanie opanować spory obszar planszy (zwłaszcza we wczesnym etapie gry). Dlatego warto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zastanowić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się jak dużą stratę poniesiemy przegrywając ko, a ile mamy do zyskania grając groźbę.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Ocena wielkości groźby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128450" y="1120325"/>
            <a:ext cx="5109300" cy="4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Walka ko to nie tylko walka o pojedynczy kamień. Bardzo często jest to walka o kamień, który decyduje o sytuacji wielu grup jednocześnie. Na diagramie 1 obok czarny właśnie zbił biały kamień, odcinając w ten sposób 4 białe kamienie oznaczone trójkątami i jednocześnie 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ratując</a:t>
            </a: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 w ten sposób 5 swoich kamieni zaznaczonych ‘x’.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Z tego powodu wartość kamienia, o który toczy się walka ko jest znacząco większa niż wart jest pojedynczy kamień. Jeśli biały wygra ko, to zachowa cały teren w lewym górnym rogu, a zbite kamienie czarnego pomniejszą jego teren. Jeśli czarny wygra, to teren białego zniknie, a czarny zyska teren w miejscu zbitych białych. Jest to warte minimum 30 pkt.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Czy biały posiada groźbę wartą aż tyle? Aby przekonać czarnego do zaniechania ruchu w ‘A’, biały musi zagrozić czarnemu utratą minimum 30 pkt w innej części planszy. Jedyną rozsądną opcją jest ruch w ‘B’ rozdzielający shimari czarnego i grożący przejęciem całej reszty planszy.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158550" y="4826145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1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109" y="1193275"/>
            <a:ext cx="3540575" cy="3559576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Grając groźbę masz 2 ruchy!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128450" y="1120325"/>
            <a:ext cx="47715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Groźby ko zawsze należy rozpatrywać mając na uwadze, że jeśli przeciwnik zignoruje naszą groźbę, to dostajemy dodatkowy ruch gratis. W związku z tym zarówno wartość groźby jak i to czy groźba w ogóle czymś grozi należy oceniać analizując sytuację po zagraniu 2 kolejnych ruchów z naszej strony. 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Na diagramie 1 widzimy, że czarny walczy o życie - jest ko. Być może optymalnym rozwiązaniem dla czarnego będzie oddanie grupy w rogu i wzięcie w zamian 2 kolejnych ruchów w innej części planszy. Na początku gry będą to zapewne ruchy warte wiele punktów. Biały i tak potrzebuje minimum 1 kolejnego ruchu, żeby dobić tę grupę.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3 przedstawia ko, gdzie czarny ma groźbę na dole planszy. Sam ruch w A nie jest w stanie zbić 2 białych kamieni, ale kontynuacja w B już tak.</a:t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899825" y="2857220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1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124" y="1196525"/>
            <a:ext cx="1615125" cy="1619451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18"/>
          <p:cNvSpPr txBox="1"/>
          <p:nvPr/>
        </p:nvSpPr>
        <p:spPr>
          <a:xfrm>
            <a:off x="6894625" y="2857220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2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899825" y="4878070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3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894625" y="4878070"/>
            <a:ext cx="1997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Diagram 4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926" y="1196525"/>
            <a:ext cx="1615125" cy="1608676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125" y="3234833"/>
            <a:ext cx="1615125" cy="161078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1426" y="3234825"/>
            <a:ext cx="1597943" cy="16086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 rot="10800000">
            <a:off x="25" y="-100"/>
            <a:ext cx="9159900" cy="10269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1082688" y="132300"/>
            <a:ext cx="6956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Ćwiczenie - szukamy gróźb</a:t>
            </a:r>
            <a:endParaRPr b="1" sz="3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8450" y="66100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2750" y="92735"/>
            <a:ext cx="659159" cy="89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825" y="1160125"/>
            <a:ext cx="3767499" cy="37794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8974" y="1143900"/>
            <a:ext cx="3777247" cy="381190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