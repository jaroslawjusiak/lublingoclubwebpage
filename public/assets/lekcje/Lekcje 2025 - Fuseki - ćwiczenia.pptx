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Nuni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Nunito-boldItalic.fntdata"/><Relationship Id="rId10" Type="http://schemas.openxmlformats.org/officeDocument/2006/relationships/font" Target="fonts/Nunito-italic.fntdata"/><Relationship Id="rId9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Nuni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56b5d1e944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56b5d1e944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43434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656600" y="1785450"/>
            <a:ext cx="58308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6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FUSEKI</a:t>
            </a:r>
            <a:endParaRPr b="1" sz="62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" name="Google Shape;55;p13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351250" y="132300"/>
            <a:ext cx="44415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Lubelski Klub Go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375850" y="4047200"/>
            <a:ext cx="79041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Dalsza lektura: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●"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Otake Hideo - Opening Theory Made Easy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●"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Richard Bozulich - Get Strong at Opening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656600" y="2699850"/>
            <a:ext cx="58308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4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Ćwiczenia praktyczne</a:t>
            </a:r>
            <a:endParaRPr b="1" sz="40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Nieskończone możliwości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73800" y="987225"/>
            <a:ext cx="4868100" cy="39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Na początku gry plansza jest całkowicie pusta. Nie wiadomo gdzie będą stać nasze kamienie, a gdzie kamienie przeciwnika. Nie jesteśmy zatem w żaden sposób przywiązani do któregokolwiek z miejsc na planszy. Możemy dowolnie wybierać gdzie chcemy zacząć budować nasze terytorium. Czarne mają przewagę, bo dokonują tego wyboru jako pierwsze i niejako ograniczają wybór białym. Plansza jest jednak bardzo duża i warto pamiętać, że jeden ruch przeciwnika nie ogranicza nas do jednego obszaru i w trakcie całego otwarcia decydujemy w każdym ruchu które obszary planszy będą bardziej nasze niż przeciwnika.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Dlatego pierwszą zasadą wartą zapamiętania jest aby </a:t>
            </a:r>
            <a:r>
              <a:rPr lang="pl">
                <a:solidFill>
                  <a:srgbClr val="00FF00"/>
                </a:solidFill>
                <a:latin typeface="Nunito"/>
                <a:ea typeface="Nunito"/>
                <a:cs typeface="Nunito"/>
                <a:sym typeface="Nunito"/>
              </a:rPr>
              <a:t>nie ograniczać się w otwarciu tylko do jednej części planszy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. Staraj się zaznaczyć swoją obecność w wielu jej częściach. Jeśli w otwarciu skupimy się tylko na jednej stronie planszy to w późniejszych etapach gry może być trudno to zmienić i zostaniemy z dużo 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mniejszym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 obszarem 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6001" y="1179200"/>
            <a:ext cx="3805600" cy="3791675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