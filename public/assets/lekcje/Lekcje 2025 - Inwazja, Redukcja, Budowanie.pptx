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Nuni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6b5d1e944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6b5d1e944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3d6056896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3d6056896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d6056896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d6056896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d6056896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d6056896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d6056896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3d6056896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d6056896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d6056896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d6056896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3d6056896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d6056896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d6056896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d60568961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d6056896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d6056896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3d6056896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d6056896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3d6056896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3d6056896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3d6056896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52662ce15052a5c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52662ce15052a5c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52662ce15052a5c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52662ce15052a5c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2662ce15052a5c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2662ce15052a5c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52662ce15052a5c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52662ce15052a5c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43434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88525" y="1636400"/>
            <a:ext cx="78279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4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Inwazja, redukcja, budowanie</a:t>
            </a:r>
            <a:endParaRPr b="1" sz="44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" name="Google Shape;55;p13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351250" y="132300"/>
            <a:ext cx="44415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Lubelski Klub Go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375850" y="4047200"/>
            <a:ext cx="79041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Dalsza lektura: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●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Akira Ishida And James Davies - Attack and Defense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830700" y="2476950"/>
            <a:ext cx="78279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Jak? Gdzie? Kiedy?</a:t>
            </a:r>
            <a:endParaRPr b="1" sz="3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Czym jest inwazja?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237700" y="1185675"/>
            <a:ext cx="4704300" cy="3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Inwazja to zagranie w obszarze, gdzie przeciwnik jest już obecny, ale jego kamienie są na tyle oddalone od siebie, że nie są one w stanie kontrolować całego obszaru tak, by można było nazwać ten obszar pewnym teren.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Na diagramie obok widzimy wczesny etap gry. Lewy brzeg planszy jest zajęty wyłącznie przez białe kamienie, jednakże pomiędzy kamieniami białego jest bardzo dużo wolnej przestrzeni, a czarny grając w tym obszarze może zacząć inwazję.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Na dolnym brzegu planszy dominuje czarny, jednakże nawet tutaj czarne kamienie nie kontrolują terenu w 100%, a inwazja białych jest możliwa.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5325" y="1185675"/>
            <a:ext cx="3816575" cy="3824624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237700" y="1185675"/>
            <a:ext cx="4704300" cy="3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Zdarza się, że gracze bardzo szybko stają się zazdrośni o teren, który próbuje otoczyć ich przeciwnik. Na diagramie obok widzimy, że czarny rozwinął się na bandzie od swojego rogu. Zazdrosny gracz chętnie od razu wskoczyłby w obszar między rogiem czarnego, a kamieniem na środku dolnej bandy, aby uniemożliwić czarnym przejęcie tego obszaru.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Ważne jest by uzmysłowić sobie iż, nie ma być o co zazdrosnym, gdyż: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AutoNum type="arabicPeriod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Czarne mogą uzyskać tylko 10 pkt pewnego terenu i to tylko pod warunkiem, że wykonają dodatkowy ruch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AutoNum type="arabicPeriod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Białe mogą zagrać analogiczny ruch na górnej bandzie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AutoNum type="arabicPeriod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Jeśli czarne wykonają dodatkowy ruch, białe mają 2 ruchy na zdobycie 10 pkt lub więcej.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Jest za wcześnie na inwazję!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4400" y="1179200"/>
            <a:ext cx="3795849" cy="3811899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237700" y="1185675"/>
            <a:ext cx="4704300" cy="3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Na tak wczesnym etapie gry są dostępne ważniejsze ruchy niż inwazje. Powinniśmy w pierwszej kolejności rozmieścić swoje kamienie dookoła planszy zgodnie z zasadą, że najpierw zajmujemy się rogami, a później brzegami. Inwazja może negatywnie wpłynąć na inne wolne obszary.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Jeśli na planszy nie ma już dużych ruchów, to możemy rozważyć inwazję.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Wczesna inwazja często prowadzi do walki, która rozlewa się po planszy i niszczy możliwości budowania terenu, który można by było 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uzyskać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unikając wczesnej inwazji.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Jest za wcześnie na inwazję!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4400" y="1179200"/>
            <a:ext cx="3795849" cy="3811899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237700" y="1185675"/>
            <a:ext cx="4704300" cy="3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Nie powinniśmy zaczynać inwazji, jeśli mamy gdzieś na planszy słabą grupę. A już na pewno nie powinniśmy zaczynać inwazji w miejscu  będącym bezpośrednim sąsiedztwem naszej słabej grupy.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Gdy wskakujemy w obszar, w którym dominuje nasz 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przeciwnik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, to możemy być niemal pewien, że zostaniemy zaatakowani. Inwazja więc prawie zawsze rozpoczyna lokalną walkę, która czasem może się rozlać na duży obszar planszy, a tym samym mieć wpływ na naszą słabą grupę.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Przeciwwskazania do</a:t>
            </a: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inwazji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1002" y="1185675"/>
            <a:ext cx="3800901" cy="3816999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237700" y="1185675"/>
            <a:ext cx="4704300" cy="3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Wybór miejsca jest bardzo ważny, gdyż nie każde miejsce nadaje się do inwazji. Jeśli dane miejsce nie nadaje się z jakiegoś powodu na inwazję, należy szukać innych sposobów kontynuowania gry, niż inwazja (redukcja / budowanie).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Zanim zaczniesz inwazję: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AutoNum type="arabicPeriod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Upewnij się, że Twój kamień ma 3 alternatywne drogi ucieczki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AutoNum type="arabicPeriod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Sprawdź co się dzieje dookoła miejsca inwazji: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AutoNum type="alphaLcPeriod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czy przeciwnik ma jakieś słabości w okolicy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AutoNum type="alphaLcPeriod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czy przeciwnik ma silne grupy w okolicy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AutoNum type="arabicPeriod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Czy kamienie przeciwnika w miejscu inwazji stoją na 3 czy 4 linii (ewentualnie czy nie ma ich wcale)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Dobre miejsce</a:t>
            </a: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do inwazji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3781" y="1185675"/>
            <a:ext cx="3748118" cy="3752099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237700" y="1185675"/>
            <a:ext cx="4704300" cy="3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Inwazja powinna być przeważnie zagrana na 3 linii, gdy kamienie przeciwnika są na 4 linii. Granie na 3 linii sprawia, że łatwiej jest zbudować żywą grupę na miejscu. 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Szukamy najszerszego obszaru do inwazji. Punktem inwazji jest keima od kamienia przeciwnika znajdującego się na 4 linii (punkt ‘A’ na diagramie obok). 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Sprawdzamy czy mamy 3 możliwości ucieczki.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Dobre miejsce do inwazji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0529" y="1185675"/>
            <a:ext cx="3831370" cy="3827324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 txBox="1"/>
          <p:nvPr/>
        </p:nvSpPr>
        <p:spPr>
          <a:xfrm>
            <a:off x="237700" y="1185675"/>
            <a:ext cx="4704300" cy="3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ZADANIE: Oceń inwazję czarnego na podstawie wiadomości z poprzednich slajdów.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Przykład</a:t>
            </a: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inwazji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7500" y="1186666"/>
            <a:ext cx="3804400" cy="3820549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237700" y="1185675"/>
            <a:ext cx="4704300" cy="3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ZADANIE: Oceń inwazję czarnego na podstawie wiadomości z poprzednich slajdów.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Przykład inwazji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6100" y="1154937"/>
            <a:ext cx="3855800" cy="385580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/>
        </p:nvSpPr>
        <p:spPr>
          <a:xfrm>
            <a:off x="237700" y="1185675"/>
            <a:ext cx="4704300" cy="3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Zbyt wczesna inwazja jest błędem, ale czekanie z inwazją do 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momentu aż przeciwnik zbuduje ścianę na pół planszy i zacznie zamieniać swoje moyo (strefę wpływów) w punkty jest również błędne.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Na diagramie obok widzimy, że czarne mają dobry punkt inwazji, który zapewnia 3 drogi ucieczki. Mimo wszystko taka inwazja jest obarczona ogromnym ryzykiem. Białe mają tyle siły, że mogą pozwolić sobie na bardzo agresywny atak, w skutek którego inwazja czarnych zostanie zabita, a jeśli to nastąpi to gra będzie przegrana. Dlatego taka inwazja, choć teoretycznie może wydawać się prawidłowa jest zbyt ryzykowna i nie zalecana.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Spóźniona </a:t>
            </a: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inwazja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7025" y="1185675"/>
            <a:ext cx="3814874" cy="3835075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 txBox="1"/>
          <p:nvPr/>
        </p:nvSpPr>
        <p:spPr>
          <a:xfrm>
            <a:off x="237700" y="1185675"/>
            <a:ext cx="5696700" cy="3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Jeżeli czarne mają samotny kamień w hoshi, to białe mogą zagrać inwazję w san-sana i mają gwarantowane życie. Czarne nie są wstanie zabić tej inwazji.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Jednakże jeśli w okolicy znajdują się kamienie czarnego (czarne są bardzo silne w okolicy) to identyczna inwazja białych jest skazana na porażkę. Czarne mając pomocne kamienie, są w stanie wykonywać bardziej agresywne ruchy w porównaniu do normalnej sekwencji i uniknąć konsekwencji. Porównaj ruch czarnych 4 w obu sytuacjach. 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Zwróć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uwagę, że czarnych 8 w drugiej sekwencji może zostać niechronione, dzięki czemu czarne mogą zagrać 10, zabierając miejsce na oczy, zamiast bronić kamienia w 8.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Otoczenie ma istotny wpływ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8" name="Google Shape;15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3"/>
          <p:cNvPicPr preferRelativeResize="0"/>
          <p:nvPr/>
        </p:nvPicPr>
        <p:blipFill rotWithShape="1">
          <a:blip r:embed="rId4">
            <a:alphaModFix/>
          </a:blip>
          <a:srcRect b="0" l="0" r="0" t="39409"/>
          <a:stretch/>
        </p:blipFill>
        <p:spPr>
          <a:xfrm>
            <a:off x="6461425" y="1106237"/>
            <a:ext cx="2488750" cy="1487125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1" name="Google Shape;161;p23"/>
          <p:cNvPicPr preferRelativeResize="0"/>
          <p:nvPr/>
        </p:nvPicPr>
        <p:blipFill rotWithShape="1">
          <a:blip r:embed="rId5">
            <a:alphaModFix/>
          </a:blip>
          <a:srcRect b="0" l="0" r="0" t="6367"/>
          <a:stretch/>
        </p:blipFill>
        <p:spPr>
          <a:xfrm>
            <a:off x="6461425" y="2669413"/>
            <a:ext cx="2488750" cy="2383937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Czym jest redukcja?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8" name="Google Shape;16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/>
        </p:nvSpPr>
        <p:spPr>
          <a:xfrm>
            <a:off x="237700" y="1185675"/>
            <a:ext cx="5768400" cy="3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Redukcja to kompromis. Polega na ograniczeniu rozbudowy dużych obszarów przeciwnika. Redukując godzimy się na to, że przeciwnik dostanie pewny teren. Akceptujemy ten fakt bowiem nie podejmujemy wysokiego ryzyka, a redukcja często jest wystarczająco dobra. Przeciwnik ma prawo do terenu, ale w rozsądnej ilości.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Redukcje często gramy gdy: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AutoNum type="arabicPeriod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Inwazja jest zbyt ryzykowna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AutoNum type="arabicPeriod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Przeciwnik ma nisko kamienie (na 3 linii)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AutoNum type="arabicPeriod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Jednocześnie budujemy własny obszar (dwa sąsiednie obszary rywalizują o ten sam teren)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AutoNum type="arabicPeriod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Sami mamy dużo pewnego terenu i do wygranej wystarczy nam by przeciwnik nie urósł przesadnie (nie zbudował wielkiej strefy 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wpływów, która może uda mu się zamienić w punkty)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Przykład z książki “Attack and defense” - redukować czy inwadować?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0" name="Google Shape;17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8925" y="1185675"/>
            <a:ext cx="2811132" cy="3752099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5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Gdy redukcja lepsza od inwazji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8" name="Google Shape;17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 txBox="1"/>
          <p:nvPr/>
        </p:nvSpPr>
        <p:spPr>
          <a:xfrm>
            <a:off x="237700" y="1185675"/>
            <a:ext cx="3126600" cy="3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Gdy mamy dwa sąsiadujące obszary rywalizujące o wpływy w środku planszy redukcja często jest lepszym wyborem od bezpośredniej inwazji. Inwazja prawie zawsze związana jest z atakiem i nawet jeśli białe przeżyją, to czarne uzyskają w wyniku ataku ogromną siłę, która pozwoli im kontrolować grę. Redukcja natomiast oddaje czarnym solidny teren, ale jest bezpieczna i to 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białe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dostają dużo siły w środku planszy.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0" name="Google Shape;18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8926" y="1185675"/>
            <a:ext cx="2600027" cy="3752099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2" name="Google Shape;18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6598" y="1179200"/>
            <a:ext cx="2639926" cy="3752101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6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Zapamiętaj shoulder hit!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9" name="Google Shape;18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6"/>
          <p:cNvSpPr txBox="1"/>
          <p:nvPr/>
        </p:nvSpPr>
        <p:spPr>
          <a:xfrm>
            <a:off x="237700" y="1185675"/>
            <a:ext cx="4615500" cy="3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Po inwazji białego w san-sana w prawym górnym rogu czarne dostały sporą ścianę i zaczynają rosnąć na górnej bandzie. Białe nie chcą dłużej czekać i rozważają różne sposoby na ograniczenie terenu jaki może dostać czarny.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Białe mogą wskoczyć z inwazją bezpośrednio w B. Czarne mają jednak dużą ścianę i mogą ostro zaatakować, a dodatkowo nie ma tam zbyt wiele miejsca białe będą musiały uciekać do centrum. To nie jest idealne rozwiązanie, bo czarne dostaną jeszcze więcej siły i tym samym osłabią białą grupę po prawej.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Dlatego ruch redukujący w ‘A’ - tzw. shoulder hit, jest dobrym sposobem na redukcję tego obszaru. To zmuszenie czarnych by wzięły teren, ale w mocno ograniczonym zakresie względem swoich ambitnych planów.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1" name="Google Shape;19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9432" y="1185675"/>
            <a:ext cx="3736270" cy="3752099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7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Zapamiętaj shoulder hit!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9" name="Google Shape;19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7"/>
          <p:cNvSpPr txBox="1"/>
          <p:nvPr/>
        </p:nvSpPr>
        <p:spPr>
          <a:xfrm>
            <a:off x="237700" y="1106900"/>
            <a:ext cx="4615500" cy="3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Na shoulder hit w zasadzie zawsze odpowiadamy poprzez wydłużenie się, przy czym do wyboru mamy dwa możliwe kierunki - wzdłuż linii bocznej (broniąc terenu) lub w stronę centrum (atakująco).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Odpowiedzi czarnych w 2 i 4 mają za zadanie wzmocnienie czarnej grupy. Jeśli czarne chcą zaatakować kamienie redukujące białego, muszą najpierw same być solidne.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Białe dokładają “dodatkowy” kamień ruchem forsującym 5 (grozi przecięciem ściany) i wyskakują w 7. Grupa białego jest bezpieczna. Czarne nie mają możliwości jej otoczyć.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Obszar czarnego został znacząco zmniejszony i stracił większość potencjału do dalszego wzrostu, a tym samym zagrożenie dla grupy białego po prawej zmalało.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1" name="Google Shape;20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1553" y="1185675"/>
            <a:ext cx="3829448" cy="382540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8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Budowanie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8"/>
          <p:cNvSpPr txBox="1"/>
          <p:nvPr/>
        </p:nvSpPr>
        <p:spPr>
          <a:xfrm>
            <a:off x="203950" y="1160600"/>
            <a:ext cx="4615500" cy="3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Budowanie to tworzenie dużych obszarów. Można to porównać do rysowania kamienia ścian pudełka. Zawartość pudełka może stać się 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naszymi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punktami. Jeśli pudełko będzie dużo, to mamy perspektywy uzyskania wielu punktów.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Do budowania często wykorzystujemy ruchy podobne jak przy redukcji, np. shoulder hit. Idea jest taka by odseparować grupy przeciwnika od naszego obszaru, w którym chcemy mieć pudełko.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Na diagramie obok mamy przykład shoulder hita, który został zagrany nie w celu redukcji obszaru przeciwnika, lecz od budowania własnego obszaru w środku planszy. 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11" name="Google Shape;21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3675" y="1160590"/>
            <a:ext cx="3648226" cy="3855925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9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Budowanie czy niszczenie?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19" name="Google Shape;21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9"/>
          <p:cNvSpPr txBox="1"/>
          <p:nvPr/>
        </p:nvSpPr>
        <p:spPr>
          <a:xfrm>
            <a:off x="203950" y="1160600"/>
            <a:ext cx="4615500" cy="3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Wracamy do gry, w której czarne zagrały inwazję w ‘A’. Białe są silne i mogą ruchem w ‘x’ odpowiedzieć na tę inwazję, łapiąc kamień czarnych. To nie była dobra sytuacja na inwadowanie.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Zamiast tego, czarne mogą wykorzystać siłę ruchów forsujących do zbudowania własnego obszaru.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Nie zawsze niszczenie obszaru przeciwnika jest najskuteczniejszym sposobem na wygranie gry. Trzeba zawsze patrzeć na potencjał drzemiący w kamieniach, które postawiliśmy już na planszy. Może da się je wykorzystać konstruktywnie?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21" name="Google Shape;22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3725" y="1160600"/>
            <a:ext cx="3824976" cy="3841101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